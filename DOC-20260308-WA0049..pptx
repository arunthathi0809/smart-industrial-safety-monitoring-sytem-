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1" r:id="rId14"/>
    <p:sldId id="268" r:id="rId15"/>
    <p:sldId id="270" r:id="rId16"/>
    <p:sldId id="272" r:id="rId17"/>
    <p:sldId id="265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3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24C7-2E84-C0EE-7BA4-8E89A841A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B5E13-FE40-E062-B414-A3C6127F3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0E5DF-FEB5-FBC8-B442-B62E1A59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B09C2-86AE-DF9D-CC7A-A49B29B6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8CA1-6BF1-D6B4-1536-1BE9EC50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7A3F-6ED2-D852-8F79-959B087C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852CD-938E-9FE1-4C63-0ED9DAB89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F842-E460-8B95-608E-2DCD06D5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B6082-765F-80EF-E431-3C75D5A1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69F98-F3BB-FE43-B02E-72C942C0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964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EF84-3473-24BC-53ED-659898BD8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09450-FE6B-4430-1932-5036CAF76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14205-1DD4-FB43-03FD-FD3EA4AA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10D48-1A8C-C30E-2411-5D08F943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D4363-FBB4-6F1A-1A09-D3B9E33A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488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340D-628A-0F7A-493C-A618CD20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6DAB-B604-1DE6-0FAF-718884A69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F47C2-2783-39D8-A3B7-B22918FEA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25660-AC1A-23E3-D0F6-341ADD64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8A3DB-A96F-B91E-127B-8696E42A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08FC1-A850-BDCC-B13D-88787193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02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D8702-4128-8CFA-25E3-1AD7A5FF1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AB13B-BD17-7399-DAB4-D9F329C9F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0CEA7-2C8B-CB12-2614-C1473BA2B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2A150D-9003-6644-C3A8-98F38CB7B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A5918-7992-626F-64AE-CA0B025D5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948D7-AD52-7DF9-65A7-35C956B70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185CE9-E490-B1DC-A2F9-DBA8E7A0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03209-7D1C-3EF8-3590-6F853EBE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04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379E-B3B5-57BD-3736-309C6FC4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434B9-9583-6EFB-3355-AC015062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F1917-9BD9-D0C4-611F-529D6A9B2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55CF2-B7C9-BD91-18F2-5214045D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093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D57F83-CDD7-2790-9415-CF4BA29E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C0F81-36B3-4D71-8AC1-648824474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A2C47-4BB4-004F-C454-6340CCBC2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579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4CC7-22D4-9668-1A7C-763FEFD1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240AC-2CB4-A283-35FF-987B3B294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096A2-F56F-F2B5-638C-1B0DA1421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F99FA-DD0A-C6B8-1554-062331D5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FADF5-8922-4D29-04A6-CD1394F0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75D92-554E-85E4-4760-A7A25B30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788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D1B6-06FD-C965-F9A5-BB23BAC4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FFDE21-8A1F-5661-A904-00202D014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7AFEE-DCB2-5381-AC1C-8E3522945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F459F-281B-FE21-F713-7157B290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E0509-8FAE-E553-8353-1EF20C705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65D78-FBA4-3E93-CC31-B5E0F141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14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EBF7-5F44-CBA3-F868-9E11FCE0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B59F7-DCDB-002C-B318-167814DAD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9FDE9-3D81-279D-318B-FACE5E7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A0FCB-EC8C-6AE0-106F-E51183479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B5F8F-5933-386E-ABEE-3E8A2307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599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875BA3-D208-8EAC-171B-91A42D7B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883EE-6DF1-B858-A1CB-4759A9AA6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77ABA-0D7F-D304-CFD6-28FEF1E94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65A38-FDCE-4719-A1A7-2597C75F0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C7059-6501-DB5A-02B5-106BF426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21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70E53-08FD-6F82-44DA-E6BCD91A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9B6FD-D716-04EC-F386-54DC2641F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9169A-F617-30C0-D2F8-23D0FCE89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6EAB8-3F46-4BD0-B81C-DFDF54CE964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03994-ABF4-F867-ABB3-52D82ED70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5D7AC-4346-6921-A3B0-B6C320C65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C1904-8A92-4D65-9589-F0B5DD67E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246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8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1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1A8ADE-7192-F680-25D0-CECDF54DAC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58821F-39AC-D707-259E-6F008675C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1029" y="1371745"/>
            <a:ext cx="7706591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INDUSTRIAL SAFETY MONITORING SYSTEM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597C8-12A0-D562-2862-A9068970E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6821" y="4684295"/>
            <a:ext cx="6400799" cy="16202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Calm Ninjas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College of Engineering, Erode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9A11C-4698-C435-6CA0-F59235F8107C}"/>
              </a:ext>
            </a:extLst>
          </p:cNvPr>
          <p:cNvSpPr txBox="1"/>
          <p:nvPr/>
        </p:nvSpPr>
        <p:spPr>
          <a:xfrm>
            <a:off x="2719137" y="262129"/>
            <a:ext cx="675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C &amp; Microcontroller Programming Hackathon – 2026</a:t>
            </a:r>
          </a:p>
        </p:txBody>
      </p:sp>
    </p:spTree>
    <p:extLst>
      <p:ext uri="{BB962C8B-B14F-4D97-AF65-F5344CB8AC3E}">
        <p14:creationId xmlns:p14="http://schemas.microsoft.com/office/powerpoint/2010/main" val="214067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55581C-11E2-B09C-4F0A-9E2B8A083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5" y="0"/>
            <a:ext cx="1219633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1C21A8-4A53-D402-DE91-E6419567D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795" y="-253393"/>
            <a:ext cx="5846618" cy="20533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CF403-42FE-7CCE-EA5C-59D1294B7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795" y="1700098"/>
            <a:ext cx="8676410" cy="3204411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environments contain many risks such as gas leakage, overheating machines, and abnormal vibrations.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systems require manual checking and cannot provide real-time alerts.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improve industrial safety and prevent accidents, an automated smart monitoring system is required.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ESP32 and IoT technology to continuously monitor important industrial parameters.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65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9444BC-4AD2-719F-24AF-CB24D4CA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DDB94C-A256-7C1C-9C46-F8AC4DBD8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3563" y="976891"/>
            <a:ext cx="9144000" cy="770232"/>
          </a:xfrm>
        </p:spPr>
        <p:txBody>
          <a:bodyPr>
            <a:normAutofit fontScale="90000"/>
          </a:bodyPr>
          <a:lstStyle/>
          <a:p>
            <a:r>
              <a:rPr lang="en-US" sz="6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DFC4-6C9B-3C3C-3AD6-272B572D9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215735"/>
            <a:ext cx="7426036" cy="2670222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Industries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several safety challenges: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Gas leakage may cause explosions or health hazards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High temperature can damage machines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Excess vibration may indicate machine failure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systems: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provide real-time alerts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remote monitoring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predict equipment failure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smart embedded system is needed for industrial safety monitoring.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443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A28C80-4908-EC23-7688-96741329D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0B9788-B5DF-9FEB-B1D3-DF546BDF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063" y="859186"/>
            <a:ext cx="6480464" cy="800099"/>
          </a:xfrm>
        </p:spPr>
        <p:txBody>
          <a:bodyPr>
            <a:normAutofit fontScale="90000"/>
          </a:bodyPr>
          <a:lstStyle/>
          <a:p>
            <a:r>
              <a:rPr lang="en-IN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BA22A-A76B-A581-A2CD-401018AD27A6}"/>
              </a:ext>
            </a:extLst>
          </p:cNvPr>
          <p:cNvSpPr txBox="1"/>
          <p:nvPr/>
        </p:nvSpPr>
        <p:spPr>
          <a:xfrm>
            <a:off x="1756063" y="1659285"/>
            <a:ext cx="853141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our project is: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Smart Industrial Safety Monitoring System using ESP32 programmed in Embedded C.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to: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Monitor temperature, gas leakage, and vibration levels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alerts during unsafe conditions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Provide real-time cloud monitoring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Improve industrial safety and reliability</a:t>
            </a:r>
          </a:p>
        </p:txBody>
      </p:sp>
    </p:spTree>
    <p:extLst>
      <p:ext uri="{BB962C8B-B14F-4D97-AF65-F5344CB8AC3E}">
        <p14:creationId xmlns:p14="http://schemas.microsoft.com/office/powerpoint/2010/main" val="382634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20C7CA-A9EE-E9FD-AEA1-AE03ECDE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48623F-2C3D-0F1A-2D1E-C61BC6734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2" y="430823"/>
            <a:ext cx="10054936" cy="860070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CCEDD-6DC1-2696-62BB-EE672BCB9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7108" y="1640175"/>
            <a:ext cx="7387937" cy="357764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system uses an ESP32 microcontroller to collect data from sensors.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ESP32 processes sensor data and checks whether the values exceed safety limits.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any abnormal condition occurs: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LEDs turn ON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 gives alert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sent to a cloud dashboard for monitoring.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allows industries to monitor machines remotely in real time.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83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36DBB9-8467-0835-321C-977EAA7E2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AE4681-D11A-BD5F-01E9-AF944EC57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783191"/>
          </a:xfrm>
        </p:spPr>
        <p:txBody>
          <a:bodyPr>
            <a:normAutofit fontScale="90000"/>
          </a:bodyPr>
          <a:lstStyle/>
          <a:p>
            <a:r>
              <a:rPr lang="en-IN" sz="6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10DD2-B33F-9FAD-8D9F-C87E78CDB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936" y="1721716"/>
            <a:ext cx="983672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System Flow: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Sensors → ESP32 Controller → Alert System → Cloud Dashboard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Components involved: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• Gas Sensor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• Temperature Sensor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• Vibration Sensor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• ESP32 Microcontroller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• LEDs and Buzzer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• Wi-Fi Cloud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8E03B-1424-749F-FECE-DD7143126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2664835"/>
            <a:ext cx="5143500" cy="320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8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EA77A5-0785-3659-7A6B-1B45B0E63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8EE174-EE3E-1364-EE8D-6FB5F555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98" y="425302"/>
            <a:ext cx="8305800" cy="1807535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  <a:b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D836-5A59-509E-F733-10F91E25F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056" y="163763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hardware components used in our project are: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ESP32 Development Board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Gas Sensor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Temperature Sensor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Vibration Sensor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LED indicators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Buzzer for alert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LCD Display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Power Supply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Connecting wires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A1648-EB96-2849-3073-301C7C0A6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232837"/>
            <a:ext cx="6029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02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24DAFB5-E641-F4DE-C351-A68F705E3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7502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9C067F-48CE-C25A-4228-16C71AA58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8309"/>
            <a:ext cx="10515600" cy="807316"/>
          </a:xfrm>
        </p:spPr>
        <p:txBody>
          <a:bodyPr>
            <a:normAutofit fontScale="90000"/>
          </a:bodyPr>
          <a:lstStyle/>
          <a:p>
            <a:r>
              <a:rPr lang="en-IN" sz="6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CB6D6-F7E4-1756-6A87-D6D856954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054" y="1825625"/>
            <a:ext cx="9358745" cy="3515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used in our project: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Arduino IDE – for programming ESP32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Embedded C language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Serial Monitor – for debugging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IoT Dashboard / Blynk – for cloud monitoring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tools help us develop and monitor the system easily.</a:t>
            </a:r>
          </a:p>
        </p:txBody>
      </p:sp>
    </p:spTree>
    <p:extLst>
      <p:ext uri="{BB962C8B-B14F-4D97-AF65-F5344CB8AC3E}">
        <p14:creationId xmlns:p14="http://schemas.microsoft.com/office/powerpoint/2010/main" val="2504395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FB7A7A-6A0F-E4B8-C4DA-CD229DD5B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3BDE0D-07ED-F8A8-C688-FED51F9A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  <a:b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2AFFC-C82A-87F9-9F92-0C2D682BF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environmental data from the industrial environment.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reads sensor values using ADC and GPIO pins.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checks whether values exceed predefined limits.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danger is detected: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 produces alert sound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LEDs indicate warning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sent to the cloud dashboard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monitor the system remotely through the IoT dashboard.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699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E1E39D-957A-4527-2443-CD9D16E07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2743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E4DA5B-30F0-0B21-0990-39EB794C353C}"/>
              </a:ext>
            </a:extLst>
          </p:cNvPr>
          <p:cNvSpPr txBox="1"/>
          <p:nvPr/>
        </p:nvSpPr>
        <p:spPr>
          <a:xfrm>
            <a:off x="694659" y="373865"/>
            <a:ext cx="8194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results of this project are: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 functional smart industrial monitoring system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safety alerts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Remote monitoring through IoT dashboard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safety and accident prevention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Modular Embedded C firmware design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BA82AB-D4D2-31A4-0423-F604A6790B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949" y="0"/>
            <a:ext cx="4175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85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763249-BB92-99E7-33AB-0C30C56F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C831C0-E406-2942-9BCD-FF9BCCAF4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70344" y="340241"/>
            <a:ext cx="9144000" cy="91561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F5A1B5-D06F-69FA-5BF2-8E4742F70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46" y="1596101"/>
            <a:ext cx="6525492" cy="451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44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ECE4EE-D230-7365-1C4E-927A4FCE6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242405-FF0A-1DFC-EAC0-20A7558AB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8931"/>
            <a:ext cx="7741226" cy="45790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CEF765-3CDF-3A6E-4C48-4D103DCB46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790" y="2370096"/>
            <a:ext cx="6695207" cy="44879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B35045-6907-F632-093E-DB02BDF0B7A6}"/>
              </a:ext>
            </a:extLst>
          </p:cNvPr>
          <p:cNvSpPr txBox="1"/>
          <p:nvPr/>
        </p:nvSpPr>
        <p:spPr>
          <a:xfrm>
            <a:off x="8582891" y="665018"/>
            <a:ext cx="320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 LEVEL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9CB77-6545-6225-019C-3A0CB9E3120E}"/>
              </a:ext>
            </a:extLst>
          </p:cNvPr>
          <p:cNvSpPr txBox="1"/>
          <p:nvPr/>
        </p:nvSpPr>
        <p:spPr>
          <a:xfrm>
            <a:off x="706582" y="4821382"/>
            <a:ext cx="4094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A39B00-6D24-6044-442C-CF6C8CAEBF9E}"/>
              </a:ext>
            </a:extLst>
          </p:cNvPr>
          <p:cNvSpPr txBox="1"/>
          <p:nvPr/>
        </p:nvSpPr>
        <p:spPr>
          <a:xfrm>
            <a:off x="706582" y="4821382"/>
            <a:ext cx="34913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AND HUMIDITY LEVEL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735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E42A0C-19D8-E62E-A26F-615376408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C3F54B-00D2-90CE-6D75-1B772D6CE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709" y="467591"/>
            <a:ext cx="6369627" cy="49045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5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B339A01-79CB-2632-34BB-530988CF4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6B0ADA-522D-72CD-8E31-C2F54B0C8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01" y="623455"/>
            <a:ext cx="5756564" cy="54760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0DA031-E929-C083-F258-B523F0034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965" y="623455"/>
            <a:ext cx="6026490" cy="54760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8608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AB750D-6D00-9F1E-C4B2-24FF6F42F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9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B3F3FE-550C-EE5F-854F-06AEAB2B2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646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4B6814-ADB4-F930-C89B-007404B44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21045" cy="73463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5EE898-CF56-0FF1-951F-90E9DDA6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418" y="365125"/>
            <a:ext cx="8631382" cy="1325563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DF36A-598C-58A4-F8EC-CD2F575CD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655" y="1825625"/>
            <a:ext cx="783474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Smart Industrial Safety Monitoring System helps industries monitor safety parameters efficiently.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real-time alerts and remote monitoring, which helps prevent accidents and equipment failure.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improves industrial safety, reliability, and operational efficiency.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98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A1646F-A43D-9822-88C7-3F2301E17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8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854D30-E17A-F84E-F990-0466805B1ECE}"/>
              </a:ext>
            </a:extLst>
          </p:cNvPr>
          <p:cNvSpPr txBox="1"/>
          <p:nvPr/>
        </p:nvSpPr>
        <p:spPr>
          <a:xfrm>
            <a:off x="2296390" y="2722418"/>
            <a:ext cx="40420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PROJECT DEVELOPMENT TEAM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Thirisha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Kayalvizhi M</a:t>
            </a:r>
          </a:p>
          <a:p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Arunthathi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F2D6FA-FCE6-D302-90C5-E861998DEA42}"/>
              </a:ext>
            </a:extLst>
          </p:cNvPr>
          <p:cNvSpPr/>
          <p:nvPr/>
        </p:nvSpPr>
        <p:spPr>
          <a:xfrm>
            <a:off x="625279" y="959162"/>
            <a:ext cx="561346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dirty="0">
              <a:ln w="0"/>
              <a:solidFill>
                <a:schemeClr val="accent1">
                  <a:lumMod val="40000"/>
                  <a:lumOff val="6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42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557</Words>
  <Application>Microsoft Office PowerPoint</Application>
  <PresentationFormat>Widescreen</PresentationFormat>
  <Paragraphs>95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SMART INDUSTRIAL SAFETY MONITORING SYSTEM</vt:lpstr>
      <vt:lpstr>Introduction </vt:lpstr>
      <vt:lpstr>Problem Statement </vt:lpstr>
      <vt:lpstr>Objective </vt:lpstr>
      <vt:lpstr>Proposed System </vt:lpstr>
      <vt:lpstr>System Architecture </vt:lpstr>
      <vt:lpstr>Hardware Components </vt:lpstr>
      <vt:lpstr>Software Tools </vt:lpstr>
      <vt:lpstr>Working Principle </vt:lpstr>
      <vt:lpstr>PowerPoint Presentation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INDUSTRIAL SAFETY MONITORING SYSTEM</dc:title>
  <dc:creator>ARUNTHATHI MURUGAN</dc:creator>
  <cp:lastModifiedBy>ARUNTHATHI MURUGAN</cp:lastModifiedBy>
  <cp:revision>3</cp:revision>
  <dcterms:created xsi:type="dcterms:W3CDTF">2026-03-08T08:50:39Z</dcterms:created>
  <dcterms:modified xsi:type="dcterms:W3CDTF">2026-03-08T11:07:09Z</dcterms:modified>
</cp:coreProperties>
</file>